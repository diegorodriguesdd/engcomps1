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79" r:id="rId2"/>
    <p:sldId id="297" r:id="rId3"/>
    <p:sldId id="298" r:id="rId4"/>
    <p:sldId id="299" r:id="rId5"/>
    <p:sldId id="295" r:id="rId6"/>
    <p:sldId id="294" r:id="rId7"/>
    <p:sldId id="291" r:id="rId8"/>
    <p:sldId id="293" r:id="rId9"/>
    <p:sldId id="300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os vieira" initials="cv" lastIdx="1" clrIdx="0">
    <p:extLst>
      <p:ext uri="{19B8F6BF-5375-455C-9EA6-DF929625EA0E}">
        <p15:presenceInfo xmlns:p15="http://schemas.microsoft.com/office/powerpoint/2012/main" userId="caa91765dd9e087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53C1FF-F826-4658-AF84-B31AE63CA926}" v="38" dt="2023-06-04T18:49:34.879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27" autoAdjust="0"/>
    <p:restoredTop sz="94660"/>
  </p:normalViewPr>
  <p:slideViewPr>
    <p:cSldViewPr snapToGrid="0">
      <p:cViewPr varScale="1">
        <p:scale>
          <a:sx n="93" d="100"/>
          <a:sy n="93" d="100"/>
        </p:scale>
        <p:origin x="77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A53C1FF-F826-4658-AF84-B31AE63CA926}"/>
    <pc:docChg chg="modSld">
      <pc:chgData name="" userId="" providerId="" clId="Web-{BA53C1FF-F826-4658-AF84-B31AE63CA926}" dt="2023-06-04T18:49:11.332" v="6" actId="20577"/>
      <pc:docMkLst>
        <pc:docMk/>
      </pc:docMkLst>
      <pc:sldChg chg="modSp">
        <pc:chgData name="" userId="" providerId="" clId="Web-{BA53C1FF-F826-4658-AF84-B31AE63CA926}" dt="2023-06-04T18:49:11.332" v="6" actId="20577"/>
        <pc:sldMkLst>
          <pc:docMk/>
          <pc:sldMk cId="1545147894" sldId="279"/>
        </pc:sldMkLst>
        <pc:spChg chg="mod">
          <ac:chgData name="" userId="" providerId="" clId="Web-{BA53C1FF-F826-4658-AF84-B31AE63CA926}" dt="2023-06-04T18:49:11.332" v="6" actId="20577"/>
          <ac:spMkLst>
            <pc:docMk/>
            <pc:sldMk cId="1545147894" sldId="279"/>
            <ac:spMk id="3" creationId="{75B8FA4E-42C6-DA46-A510-233A34B49A7A}"/>
          </ac:spMkLst>
        </pc:spChg>
      </pc:sldChg>
    </pc:docChg>
  </pc:docChgLst>
  <pc:docChgLst>
    <pc:chgData name="carlos vieira" userId="caa91765dd9e087f" providerId="Windows Live" clId="Web-{BA53C1FF-F826-4658-AF84-B31AE63CA926}"/>
    <pc:docChg chg="delSld modSld">
      <pc:chgData name="carlos vieira" userId="caa91765dd9e087f" providerId="Windows Live" clId="Web-{BA53C1FF-F826-4658-AF84-B31AE63CA926}" dt="2023-06-04T18:49:34.879" v="30"/>
      <pc:docMkLst>
        <pc:docMk/>
      </pc:docMkLst>
      <pc:sldChg chg="del">
        <pc:chgData name="carlos vieira" userId="caa91765dd9e087f" providerId="Windows Live" clId="Web-{BA53C1FF-F826-4658-AF84-B31AE63CA926}" dt="2023-06-04T18:49:33.942" v="29"/>
        <pc:sldMkLst>
          <pc:docMk/>
          <pc:sldMk cId="3408241086" sldId="276"/>
        </pc:sldMkLst>
      </pc:sldChg>
      <pc:sldChg chg="del">
        <pc:chgData name="carlos vieira" userId="caa91765dd9e087f" providerId="Windows Live" clId="Web-{BA53C1FF-F826-4658-AF84-B31AE63CA926}" dt="2023-06-04T18:49:34.879" v="30"/>
        <pc:sldMkLst>
          <pc:docMk/>
          <pc:sldMk cId="17118578" sldId="278"/>
        </pc:sldMkLst>
      </pc:sldChg>
      <pc:sldChg chg="modSp">
        <pc:chgData name="carlos vieira" userId="caa91765dd9e087f" providerId="Windows Live" clId="Web-{BA53C1FF-F826-4658-AF84-B31AE63CA926}" dt="2023-06-04T18:49:26.082" v="28" actId="20577"/>
        <pc:sldMkLst>
          <pc:docMk/>
          <pc:sldMk cId="1545147894" sldId="279"/>
        </pc:sldMkLst>
        <pc:spChg chg="mod">
          <ac:chgData name="carlos vieira" userId="caa91765dd9e087f" providerId="Windows Live" clId="Web-{BA53C1FF-F826-4658-AF84-B31AE63CA926}" dt="2023-06-04T18:49:26.082" v="28" actId="20577"/>
          <ac:spMkLst>
            <pc:docMk/>
            <pc:sldMk cId="1545147894" sldId="279"/>
            <ac:spMk id="3" creationId="{75B8FA4E-42C6-DA46-A510-233A34B49A7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86215-6AFA-4F3A-AAF6-CF6108634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47E92D-227A-4808-AB9B-CB4CF5E92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AA312B-9168-41FD-91D2-EACEEF0B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C113A4-64CD-4D64-81B7-3E2237ED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FC1E82-FCF0-44C2-A121-02F4BC85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641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3F2A0-6203-4C1A-B241-41A3A8C3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1352CE-DF45-4729-AE1B-771FC7B5E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D0EAC7-52A2-4D1A-AE28-6EBFA280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4AC55A-D216-400E-AEFD-6D682AF9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E25CF0-8C48-4DF5-9ACB-AA943B37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75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04BDD-B698-4720-8C57-1E01D4741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3E2046-A15B-4185-9C2F-2140F31C8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AA3E5-B22E-4CE9-B60B-A37EA6E64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274E86-5EBF-40A5-9D14-23C1DFB4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7A7078-6DC7-455C-B838-1A009952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164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6B8C4-326A-46E1-B036-48DBA9B5C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EC638F-C598-4D31-985D-BB93E18D8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4F9B05-7497-4851-AAEE-CD9853D6D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2BCF07-D58B-43C7-A8F5-275E21E5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B89907-019B-4523-B166-72FC6AF3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62EA20-49E9-4FEB-8D99-76C87C0DC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70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C55A3-50D4-4635-B5E9-DD31F3E0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D22E6D-0EEB-4ABB-9836-B15BB6BB0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5FCFAA-D704-48F7-92A5-CB9BB0D1D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D8EC5A6-036C-4A56-AD1D-73BC09E7B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C2C358-2865-4266-B475-741C347907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6D2C15B-909F-4418-8628-40FCB1DE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6DFE608-28A6-4829-8667-4BD2D70EA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DF4F16B-CC2B-44BF-8B05-A9EEF131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66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63EF9-2F4C-4A3F-9BD1-6ED0D4AE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01DB345-C7E7-434F-A954-59DACD22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77810B9-CD6C-4398-9048-9E092F75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EFDD57-1EC9-4EF9-A151-676BCA92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6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24CD260-73A9-49BC-B11B-82584AF5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039FDB-07AA-46AF-BD06-9B5AD3CD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26E2A3-71EC-4634-BE45-F9BE8F55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706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8559F-EC56-428C-946F-B2F4F9DE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A3E379-9656-4E9C-B5E4-B56A1C899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3460D9-EA27-4352-AD98-A2FB154F6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B503B9-B02E-40CA-BA44-4B2B9535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C8D6D3-95FC-4301-9663-19F9E01EF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7B9339-6630-40C8-A410-710992EA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989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90C83-87D9-4AE3-89B6-7ADA75148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8D2184B-A247-4AD8-9AAA-477214B1A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AF770A-51F1-47BC-8673-673A9BBBD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7D393A-4CE1-49DB-8F16-720D4CD6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E1EA4F-C518-48C7-A344-D03BE19C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86F89-267B-4510-82DC-955A34CD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22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249C2-EBEC-4CAC-96D7-89B341A57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74296A-7406-447C-92F4-8EEAEA748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AB15F7-DDF8-4138-9FBD-3248565B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1D6A34-0517-478E-B08C-1294AB75D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FEFBB4-123C-4B16-8109-56D5A5BCE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17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20A57A-1364-49A9-8506-1B5883DB0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1417ED-9145-4AFD-9A77-DD9BFC487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CE077E-8BCF-4649-BE5F-75264DD5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0EABCD-A0A9-4474-BC07-3A9EB06EF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D420E5-B461-4255-8CA6-82AE439D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09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5EDBD44-A52E-4AF8-AC85-5352F635A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37A19F-F31E-40DE-86B6-6B8E87E1F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BFE80D-C173-48AB-9B6C-38D276727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58391-0BAA-4183-BBFF-54F5BEBAB4AC}" type="datetimeFigureOut">
              <a:rPr lang="pt-BR" smtClean="0"/>
              <a:t>04/06/2023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8F508C-8387-4B6A-81BA-9EB97C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74D1A7-0171-4E88-8F99-2D6796750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8D717-0526-46DC-99EA-54AEB9424E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03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B8FA4E-42C6-DA46-A510-233A34B49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7208" y="1912994"/>
            <a:ext cx="11879944" cy="59022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6000"/>
              <a:t>ELETRÔNICA DIGITAL </a:t>
            </a:r>
            <a:endParaRPr kumimoji="0" lang="pt-BR" altLang="pt-BR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pt-BR" dirty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VHDL_03_Contadores_FSM</a:t>
            </a:r>
          </a:p>
        </p:txBody>
      </p:sp>
      <p:pic>
        <p:nvPicPr>
          <p:cNvPr id="1025" name="Picture 1" descr="page1image3825504">
            <a:extLst>
              <a:ext uri="{FF2B5EF4-FFF2-40B4-BE49-F238E27FC236}">
                <a16:creationId xmlns:a16="http://schemas.microsoft.com/office/drawing/2014/main" id="{9CE21298-D8CC-D544-8B77-AEEBF16C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0092" cy="73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147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page1image3825504">
            <a:extLst>
              <a:ext uri="{FF2B5EF4-FFF2-40B4-BE49-F238E27FC236}">
                <a16:creationId xmlns:a16="http://schemas.microsoft.com/office/drawing/2014/main" id="{9CE21298-D8CC-D544-8B77-AEEBF16C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0092" cy="73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C984D088-F5A7-4FEB-ACBF-6A0F1D25EF33}"/>
              </a:ext>
            </a:extLst>
          </p:cNvPr>
          <p:cNvSpPr txBox="1"/>
          <p:nvPr/>
        </p:nvSpPr>
        <p:spPr>
          <a:xfrm>
            <a:off x="4814953" y="183182"/>
            <a:ext cx="53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CONTADOR 0 A 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F477AA-128E-4713-AF6E-8B443D7A89FF}"/>
              </a:ext>
            </a:extLst>
          </p:cNvPr>
          <p:cNvSpPr txBox="1"/>
          <p:nvPr/>
        </p:nvSpPr>
        <p:spPr>
          <a:xfrm>
            <a:off x="5637320" y="2982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1E3613-AFF9-463F-9FC6-1362AB4E3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31" y="1265929"/>
            <a:ext cx="5020505" cy="52467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5B9E7D7-F8C4-4B79-B431-B1B32016B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034" y="1724028"/>
            <a:ext cx="6356412" cy="210224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684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page1image3825504">
            <a:extLst>
              <a:ext uri="{FF2B5EF4-FFF2-40B4-BE49-F238E27FC236}">
                <a16:creationId xmlns:a16="http://schemas.microsoft.com/office/drawing/2014/main" id="{9CE21298-D8CC-D544-8B77-AEEBF16C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0092" cy="73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C984D088-F5A7-4FEB-ACBF-6A0F1D25EF33}"/>
              </a:ext>
            </a:extLst>
          </p:cNvPr>
          <p:cNvSpPr txBox="1"/>
          <p:nvPr/>
        </p:nvSpPr>
        <p:spPr>
          <a:xfrm>
            <a:off x="4814953" y="183182"/>
            <a:ext cx="53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CONTADOR 0 A 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F477AA-128E-4713-AF6E-8B443D7A89FF}"/>
              </a:ext>
            </a:extLst>
          </p:cNvPr>
          <p:cNvSpPr txBox="1"/>
          <p:nvPr/>
        </p:nvSpPr>
        <p:spPr>
          <a:xfrm>
            <a:off x="5637320" y="2982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DC26B3-64DB-42A5-A493-D183781B4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19" y="1196266"/>
            <a:ext cx="11357227" cy="524892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34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page1image3825504">
            <a:extLst>
              <a:ext uri="{FF2B5EF4-FFF2-40B4-BE49-F238E27FC236}">
                <a16:creationId xmlns:a16="http://schemas.microsoft.com/office/drawing/2014/main" id="{9CE21298-D8CC-D544-8B77-AEEBF16C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0092" cy="73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C984D088-F5A7-4FEB-ACBF-6A0F1D25EF33}"/>
              </a:ext>
            </a:extLst>
          </p:cNvPr>
          <p:cNvSpPr txBox="1"/>
          <p:nvPr/>
        </p:nvSpPr>
        <p:spPr>
          <a:xfrm>
            <a:off x="4814953" y="183182"/>
            <a:ext cx="53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CONTADOR 0 A 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F477AA-128E-4713-AF6E-8B443D7A89FF}"/>
              </a:ext>
            </a:extLst>
          </p:cNvPr>
          <p:cNvSpPr txBox="1"/>
          <p:nvPr/>
        </p:nvSpPr>
        <p:spPr>
          <a:xfrm>
            <a:off x="5637320" y="2982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D741285-C855-41F9-9CA8-814D3B02C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83" y="1083076"/>
            <a:ext cx="10999433" cy="53266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915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page1image3825504">
            <a:extLst>
              <a:ext uri="{FF2B5EF4-FFF2-40B4-BE49-F238E27FC236}">
                <a16:creationId xmlns:a16="http://schemas.microsoft.com/office/drawing/2014/main" id="{9CE21298-D8CC-D544-8B77-AEEBF16C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0092" cy="73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C984D088-F5A7-4FEB-ACBF-6A0F1D25EF33}"/>
              </a:ext>
            </a:extLst>
          </p:cNvPr>
          <p:cNvSpPr txBox="1"/>
          <p:nvPr/>
        </p:nvSpPr>
        <p:spPr>
          <a:xfrm>
            <a:off x="5090160" y="290422"/>
            <a:ext cx="5374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FSM</a:t>
            </a:r>
          </a:p>
          <a:p>
            <a:endParaRPr lang="pt-BR" b="1" u="sng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F477AA-128E-4713-AF6E-8B443D7A89FF}"/>
              </a:ext>
            </a:extLst>
          </p:cNvPr>
          <p:cNvSpPr txBox="1"/>
          <p:nvPr/>
        </p:nvSpPr>
        <p:spPr>
          <a:xfrm>
            <a:off x="5637320" y="2982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F5C6014-AABA-41E7-ACDB-D4A276B1C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91" y="872612"/>
            <a:ext cx="4525900" cy="58674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BA8873B-CC03-43B8-A7B8-7904ADC99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694" y="2699329"/>
            <a:ext cx="3679887" cy="271111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9A2BA27-13CB-4B4F-8CAD-237FE54F8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480" y="872612"/>
            <a:ext cx="3457575" cy="46101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781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page1image3825504">
            <a:extLst>
              <a:ext uri="{FF2B5EF4-FFF2-40B4-BE49-F238E27FC236}">
                <a16:creationId xmlns:a16="http://schemas.microsoft.com/office/drawing/2014/main" id="{9CE21298-D8CC-D544-8B77-AEEBF16C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0092" cy="73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C984D088-F5A7-4FEB-ACBF-6A0F1D25EF33}"/>
              </a:ext>
            </a:extLst>
          </p:cNvPr>
          <p:cNvSpPr txBox="1"/>
          <p:nvPr/>
        </p:nvSpPr>
        <p:spPr>
          <a:xfrm>
            <a:off x="5090160" y="290422"/>
            <a:ext cx="53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FSM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F477AA-128E-4713-AF6E-8B443D7A89FF}"/>
              </a:ext>
            </a:extLst>
          </p:cNvPr>
          <p:cNvSpPr txBox="1"/>
          <p:nvPr/>
        </p:nvSpPr>
        <p:spPr>
          <a:xfrm>
            <a:off x="5637320" y="2982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1B21F68-3E7C-430C-9205-8A5A9B201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80" y="1840966"/>
            <a:ext cx="11469950" cy="27964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0463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page1image3825504">
            <a:extLst>
              <a:ext uri="{FF2B5EF4-FFF2-40B4-BE49-F238E27FC236}">
                <a16:creationId xmlns:a16="http://schemas.microsoft.com/office/drawing/2014/main" id="{9CE21298-D8CC-D544-8B77-AEEBF16C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0092" cy="73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C984D088-F5A7-4FEB-ACBF-6A0F1D25EF33}"/>
              </a:ext>
            </a:extLst>
          </p:cNvPr>
          <p:cNvSpPr txBox="1"/>
          <p:nvPr/>
        </p:nvSpPr>
        <p:spPr>
          <a:xfrm>
            <a:off x="5090160" y="290422"/>
            <a:ext cx="53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VHDL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F477AA-128E-4713-AF6E-8B443D7A89FF}"/>
              </a:ext>
            </a:extLst>
          </p:cNvPr>
          <p:cNvSpPr txBox="1"/>
          <p:nvPr/>
        </p:nvSpPr>
        <p:spPr>
          <a:xfrm>
            <a:off x="5637320" y="2982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5C59D8-D185-4445-923A-C2EFFF281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916" y="3897297"/>
            <a:ext cx="4799564" cy="283197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8C349C8-90E3-4DD8-8891-9DB17A677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83" y="905526"/>
            <a:ext cx="10955045" cy="283197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1299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page1image3825504">
            <a:extLst>
              <a:ext uri="{FF2B5EF4-FFF2-40B4-BE49-F238E27FC236}">
                <a16:creationId xmlns:a16="http://schemas.microsoft.com/office/drawing/2014/main" id="{9CE21298-D8CC-D544-8B77-AEEBF16C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0092" cy="73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C984D088-F5A7-4FEB-ACBF-6A0F1D25EF33}"/>
              </a:ext>
            </a:extLst>
          </p:cNvPr>
          <p:cNvSpPr txBox="1"/>
          <p:nvPr/>
        </p:nvSpPr>
        <p:spPr>
          <a:xfrm>
            <a:off x="443883" y="909638"/>
            <a:ext cx="11301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TAREFA1:  </a:t>
            </a:r>
            <a:r>
              <a:rPr lang="pt-BR" b="1" dirty="0"/>
              <a:t>Utilizando  a ferramenta  </a:t>
            </a:r>
            <a:r>
              <a:rPr lang="pt-BR" b="1" dirty="0" err="1"/>
              <a:t>Quartus</a:t>
            </a:r>
            <a:r>
              <a:rPr lang="pt-BR" b="1" dirty="0"/>
              <a:t>, implementar em VHDL  a FSM do projeto Comutador Painel/Bateria ON GRID .  Gravar um vídeo de curta duração, em torno de 1 minuto, para evidenciar  o aluno, a máquina e a simulação.</a:t>
            </a:r>
            <a:endParaRPr lang="pt-BR" b="1" u="sng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F477AA-128E-4713-AF6E-8B443D7A89FF}"/>
              </a:ext>
            </a:extLst>
          </p:cNvPr>
          <p:cNvSpPr txBox="1"/>
          <p:nvPr/>
        </p:nvSpPr>
        <p:spPr>
          <a:xfrm>
            <a:off x="5637320" y="2982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F1E4F9-0DBA-4B0E-AEF4-8E6B3413D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523" y="1555969"/>
            <a:ext cx="6377992" cy="519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5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page1image3825504">
            <a:extLst>
              <a:ext uri="{FF2B5EF4-FFF2-40B4-BE49-F238E27FC236}">
                <a16:creationId xmlns:a16="http://schemas.microsoft.com/office/drawing/2014/main" id="{9CE21298-D8CC-D544-8B77-AEEBF16C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0092" cy="73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C984D088-F5A7-4FEB-ACBF-6A0F1D25EF33}"/>
              </a:ext>
            </a:extLst>
          </p:cNvPr>
          <p:cNvSpPr txBox="1"/>
          <p:nvPr/>
        </p:nvSpPr>
        <p:spPr>
          <a:xfrm>
            <a:off x="443883" y="909638"/>
            <a:ext cx="11301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TAREFA 2:  </a:t>
            </a:r>
            <a:r>
              <a:rPr lang="pt-BR" b="1" u="sng"/>
              <a:t>Acrescente à </a:t>
            </a:r>
            <a:r>
              <a:rPr lang="pt-BR" b="1" u="sng" dirty="0"/>
              <a:t>questão </a:t>
            </a:r>
            <a:r>
              <a:rPr lang="pt-BR" b="1" u="sng"/>
              <a:t>anterior um  </a:t>
            </a:r>
            <a:r>
              <a:rPr lang="pt-BR" b="1" u="sng" dirty="0"/>
              <a:t>decodificador que permita visualizar o estado da FSM em um  display de 7 segmentos(anodo comum). Grave um vídeo de curta duração que evidencie o aluno, a máquina e a simulação.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F477AA-128E-4713-AF6E-8B443D7A89FF}"/>
              </a:ext>
            </a:extLst>
          </p:cNvPr>
          <p:cNvSpPr txBox="1"/>
          <p:nvPr/>
        </p:nvSpPr>
        <p:spPr>
          <a:xfrm>
            <a:off x="5637320" y="2982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F1E4F9-0DBA-4B0E-AEF4-8E6B3413D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523" y="1555969"/>
            <a:ext cx="6377992" cy="519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98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4394</TotalTime>
  <Words>428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Petrobras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Wagner Costa Vieira</dc:creator>
  <cp:lastModifiedBy>carlos vieira</cp:lastModifiedBy>
  <cp:revision>126</cp:revision>
  <dcterms:created xsi:type="dcterms:W3CDTF">2020-07-25T10:19:40Z</dcterms:created>
  <dcterms:modified xsi:type="dcterms:W3CDTF">2023-06-04T18:49:38Z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61996e-cafd-4c9a-8a94-2dc1b82131ae_Enabled">
    <vt:lpwstr>True</vt:lpwstr>
  </property>
  <property fmtid="{D5CDD505-2E9C-101B-9397-08002B2CF9AE}" pid="3" name="MSIP_Label_8e61996e-cafd-4c9a-8a94-2dc1b82131ae_SiteId">
    <vt:lpwstr>5b6f6241-9a57-4be4-8e50-1dfa72e79a57</vt:lpwstr>
  </property>
  <property fmtid="{D5CDD505-2E9C-101B-9397-08002B2CF9AE}" pid="4" name="MSIP_Label_8e61996e-cafd-4c9a-8a94-2dc1b82131ae_Owner">
    <vt:lpwstr>cwagner@petrobras.com.br</vt:lpwstr>
  </property>
  <property fmtid="{D5CDD505-2E9C-101B-9397-08002B2CF9AE}" pid="5" name="MSIP_Label_8e61996e-cafd-4c9a-8a94-2dc1b82131ae_SetDate">
    <vt:lpwstr>2020-07-25T12:26:08.9459356Z</vt:lpwstr>
  </property>
  <property fmtid="{D5CDD505-2E9C-101B-9397-08002B2CF9AE}" pid="6" name="MSIP_Label_8e61996e-cafd-4c9a-8a94-2dc1b82131ae_Name">
    <vt:lpwstr>NP-1</vt:lpwstr>
  </property>
  <property fmtid="{D5CDD505-2E9C-101B-9397-08002B2CF9AE}" pid="7" name="MSIP_Label_8e61996e-cafd-4c9a-8a94-2dc1b82131ae_Application">
    <vt:lpwstr>Microsoft Azure Information Protection</vt:lpwstr>
  </property>
  <property fmtid="{D5CDD505-2E9C-101B-9397-08002B2CF9AE}" pid="8" name="MSIP_Label_8e61996e-cafd-4c9a-8a94-2dc1b82131ae_ActionId">
    <vt:lpwstr>edae0fed-be86-4618-825a-0560cdcd3320</vt:lpwstr>
  </property>
  <property fmtid="{D5CDD505-2E9C-101B-9397-08002B2CF9AE}" pid="9" name="MSIP_Label_8e61996e-cafd-4c9a-8a94-2dc1b82131ae_Extended_MSFT_Method">
    <vt:lpwstr>Automatic</vt:lpwstr>
  </property>
  <property fmtid="{D5CDD505-2E9C-101B-9397-08002B2CF9AE}" pid="10" name="Sensitivity">
    <vt:lpwstr>NP-1</vt:lpwstr>
  </property>
</Properties>
</file>